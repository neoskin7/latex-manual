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99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E0C01D-AC5A-4CA3-226C-3B0A231452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8AA0A7-A7CE-1468-BCF4-11FCCC9410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45D67F-1D25-7F4A-2DF9-A638E787EA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8B4E43-B1D3-49C1-8A53-1ACBFFCA12BF}" type="datetimeFigureOut">
              <a:rPr lang="en-GB" smtClean="0"/>
              <a:t>31/05/2026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80A91A-6586-5F91-32D1-398FF5AE9E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DF87BE-E665-ED9A-6400-A20D3B22DF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5D8A2D-90A2-47F3-AB03-C21433659D7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527206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D8859-E4CB-DBD4-18D6-DAC6DA1600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5132D0-23C0-6076-D8B2-128327FB38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FE74E2-7DEF-F1FE-9662-51FBDB67C8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8B4E43-B1D3-49C1-8A53-1ACBFFCA12BF}" type="datetimeFigureOut">
              <a:rPr lang="en-GB" smtClean="0"/>
              <a:t>31/05/2026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803B2F-1473-9AC4-5FD3-0FF29D4441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D343F0-6D9D-3E9D-93D1-DD7E9A8FA8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5D8A2D-90A2-47F3-AB03-C21433659D7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84947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D0830F-ABFE-D275-3AA9-8097A191B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8766EA-1771-A743-828F-F244D87BC9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1F9B32-045F-8918-B033-F0A467C707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8B4E43-B1D3-49C1-8A53-1ACBFFCA12BF}" type="datetimeFigureOut">
              <a:rPr lang="en-GB" smtClean="0"/>
              <a:t>31/05/2026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4B724D-FED7-47E9-32FB-15D7036C88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A88947-6DC1-BE1C-7A52-920052F644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5D8A2D-90A2-47F3-AB03-C21433659D7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15113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5F4759-3A20-AC21-AE76-1202CC688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BCA1FE-9893-23CA-48E0-2E8F63BA572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22D86EC-D60C-0A55-B789-6BA9A8555F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98152D-55F8-E1E8-2CFD-E6B7B775D0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8B4E43-B1D3-49C1-8A53-1ACBFFCA12BF}" type="datetimeFigureOut">
              <a:rPr lang="en-GB" smtClean="0"/>
              <a:t>31/05/2026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08D30D-3AD1-AB70-F555-573828A030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8511D2-5C7B-34F8-7A7A-399388DB7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5D8A2D-90A2-47F3-AB03-C21433659D7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315447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0B042-DDF1-FB04-D217-A41ACF1C4A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BF770C-38CB-B47D-2D7E-94876A874E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78C95AB-028B-1346-B7B9-9A1B8F09DE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AF25AAD-5272-97D7-A3C5-02873B9AF85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61C4BA2-84F0-4E98-8AAC-87DDF904FC6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CACAB8C-0B45-3C0B-C10C-C3709D9771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8B4E43-B1D3-49C1-8A53-1ACBFFCA12BF}" type="datetimeFigureOut">
              <a:rPr lang="en-GB" smtClean="0"/>
              <a:t>31/05/2026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229A975-6C60-E0BE-30E7-31620591A4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8F089D6-4684-507F-5D9E-E8B5BB40E4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5D8A2D-90A2-47F3-AB03-C21433659D7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57592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9C0E8A-50D0-B541-BC2C-5E03958A1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C6EFC46-BEE7-93AA-8A28-B4939E203F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8B4E43-B1D3-49C1-8A53-1ACBFFCA12BF}" type="datetimeFigureOut">
              <a:rPr lang="en-GB" smtClean="0"/>
              <a:t>31/05/2026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A20DCF0-E9CB-F5B7-B997-3F8E17E96B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ECD2B67-D982-B9F4-4E8E-B197CBD7F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5D8A2D-90A2-47F3-AB03-C21433659D7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29003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725D6D6-44C0-DA1F-12A9-D1B5CC3A8B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8B4E43-B1D3-49C1-8A53-1ACBFFCA12BF}" type="datetimeFigureOut">
              <a:rPr lang="en-GB" smtClean="0"/>
              <a:t>31/05/2026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A249DBE-6165-D722-ABBF-40601FAD2A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1D9E89-008C-BC1B-8BC4-9D27C7611B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5D8A2D-90A2-47F3-AB03-C21433659D7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94823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630653-3EB6-CBEC-C014-6ACA0CDDC1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7AFF1C-5FFB-23E3-A722-401B4A4D73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7DA4EC1-6258-7CB6-0559-CE5BF34EF4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611DB8A-DBB0-9289-571D-065F52171E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8B4E43-B1D3-49C1-8A53-1ACBFFCA12BF}" type="datetimeFigureOut">
              <a:rPr lang="en-GB" smtClean="0"/>
              <a:t>31/05/2026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4BD9D0-A207-7EAE-3EBC-33FC396DAB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25DD156-89D1-9935-C492-6EE2BE8E7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5D8A2D-90A2-47F3-AB03-C21433659D7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90198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43F49D-C947-B3B1-7C0C-28AA2CCA84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1D49B0D-C62B-6FE1-C00F-B651D7D71ED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D2F6B9-B89C-3472-6DF5-509652EC02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E6ECA4-D4D2-606C-2B76-3066FE1F55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8B4E43-B1D3-49C1-8A53-1ACBFFCA12BF}" type="datetimeFigureOut">
              <a:rPr lang="en-GB" smtClean="0"/>
              <a:t>31/05/2026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B1856D-A80C-B126-BF8B-E927AECBD7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6A9D82-70FA-5C18-9C98-5194F66832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5D8A2D-90A2-47F3-AB03-C21433659D7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36863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AC0E68-29A1-294A-335A-BAB724BD10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C4A496C-0ABF-FDBA-821E-D85D686A6A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9E8460-4498-1FEA-DBA7-D3917C653F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8B4E43-B1D3-49C1-8A53-1ACBFFCA12BF}" type="datetimeFigureOut">
              <a:rPr lang="en-GB" smtClean="0"/>
              <a:t>31/05/2026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E20A4E-40E3-AF64-1D1A-CC6F4C69D9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1FA60E-A810-BDDC-E486-4F30859003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5D8A2D-90A2-47F3-AB03-C21433659D7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6183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91E1983-BC38-81AF-45B1-F1BBDD23F39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D34145-B6EC-5DDE-50D0-A7D79CB721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1CFD0B-70CB-C683-AFE0-DDAA71BFC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8B4E43-B1D3-49C1-8A53-1ACBFFCA12BF}" type="datetimeFigureOut">
              <a:rPr lang="en-GB" smtClean="0"/>
              <a:t>31/05/2026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336498-FEC8-B09A-26F0-F7628F3E6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45EDFB-7923-72B4-312B-5F104F765A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5D8A2D-90A2-47F3-AB03-C21433659D7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11355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A3A461E-4F1F-464D-A68C-97D76FB5BB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3D452F-7DD0-F78D-0628-8A515E3757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C078E6-C011-395C-D575-733D6DD4D92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F8B4E43-B1D3-49C1-8A53-1ACBFFCA12BF}" type="datetimeFigureOut">
              <a:rPr lang="en-GB" smtClean="0"/>
              <a:t>31/05/2026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A42E32-26B4-7097-9F0A-3880D888A4B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D7635D-5F88-3D5F-7FB7-51C92ED74B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75D8A2D-90A2-47F3-AB03-C21433659D7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680493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 descr="Atom with solid fill">
            <a:extLst>
              <a:ext uri="{FF2B5EF4-FFF2-40B4-BE49-F238E27FC236}">
                <a16:creationId xmlns:a16="http://schemas.microsoft.com/office/drawing/2014/main" id="{5C2DD13F-EDCF-BF43-89C0-F9856886F7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862261" y="195262"/>
            <a:ext cx="6467475" cy="6467475"/>
          </a:xfrm>
          <a:prstGeom prst="rect">
            <a:avLst/>
          </a:prstGeom>
        </p:spPr>
      </p:pic>
      <p:sp>
        <p:nvSpPr>
          <p:cNvPr id="13" name="Oval 12">
            <a:extLst>
              <a:ext uri="{FF2B5EF4-FFF2-40B4-BE49-F238E27FC236}">
                <a16:creationId xmlns:a16="http://schemas.microsoft.com/office/drawing/2014/main" id="{2E9CDC8E-A4A9-F9DD-BBDA-20F88ED3AB01}"/>
              </a:ext>
            </a:extLst>
          </p:cNvPr>
          <p:cNvSpPr/>
          <p:nvPr/>
        </p:nvSpPr>
        <p:spPr>
          <a:xfrm rot="2470072">
            <a:off x="4600575" y="4088259"/>
            <a:ext cx="685800" cy="9715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7" name="Graphic 6" descr="Pencil with solid fill">
            <a:extLst>
              <a:ext uri="{FF2B5EF4-FFF2-40B4-BE49-F238E27FC236}">
                <a16:creationId xmlns:a16="http://schemas.microsoft.com/office/drawing/2014/main" id="{EC6D923E-74FC-AEB8-9802-FF821BC585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18347" y="1222772"/>
            <a:ext cx="4355306" cy="4355306"/>
          </a:xfrm>
          <a:prstGeom prst="rect">
            <a:avLst/>
          </a:prstGeom>
        </p:spPr>
      </p:pic>
      <p:pic>
        <p:nvPicPr>
          <p:cNvPr id="12" name="Graphic 11" descr="Atom with solid fill">
            <a:extLst>
              <a:ext uri="{FF2B5EF4-FFF2-40B4-BE49-F238E27FC236}">
                <a16:creationId xmlns:a16="http://schemas.microsoft.com/office/drawing/2014/main" id="{2613F6C5-E3E6-33A2-A60A-A9381B4EC54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50000" b="50000"/>
          <a:stretch>
            <a:fillRect/>
          </a:stretch>
        </p:blipFill>
        <p:spPr>
          <a:xfrm>
            <a:off x="6096000" y="195263"/>
            <a:ext cx="3233736" cy="3233738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A7C78DE4-AF12-3316-F8D5-17ECFE33A3DF}"/>
              </a:ext>
            </a:extLst>
          </p:cNvPr>
          <p:cNvSpPr/>
          <p:nvPr/>
        </p:nvSpPr>
        <p:spPr>
          <a:xfrm>
            <a:off x="6096000" y="2886075"/>
            <a:ext cx="445889" cy="5429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81289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Neo Skinner</dc:creator>
  <cp:lastModifiedBy>Neo Skinner</cp:lastModifiedBy>
  <cp:revision>1</cp:revision>
  <dcterms:created xsi:type="dcterms:W3CDTF">2026-05-31T15:21:17Z</dcterms:created>
  <dcterms:modified xsi:type="dcterms:W3CDTF">2026-05-31T15:33:13Z</dcterms:modified>
</cp:coreProperties>
</file>