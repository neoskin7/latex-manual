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1FAE34-053C-461D-8D81-48AAD005DAE6}" v="1" dt="2026-08-05T16:35:37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 Skinner" userId="8964888c5998ab0a" providerId="LiveId" clId="{DFDDC273-A734-4D08-9846-F2CA9FE5130A}"/>
    <pc:docChg chg="addSld">
      <pc:chgData name="Neo Skinner" userId="8964888c5998ab0a" providerId="LiveId" clId="{DFDDC273-A734-4D08-9846-F2CA9FE5130A}" dt="2026-08-05T16:34:35.725" v="0" actId="2890"/>
      <pc:docMkLst>
        <pc:docMk/>
      </pc:docMkLst>
      <pc:sldChg chg="add">
        <pc:chgData name="Neo Skinner" userId="8964888c5998ab0a" providerId="LiveId" clId="{DFDDC273-A734-4D08-9846-F2CA9FE5130A}" dt="2026-08-05T16:34:35.725" v="0" actId="2890"/>
        <pc:sldMkLst>
          <pc:docMk/>
          <pc:sldMk cId="137554372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C01D-AC5A-4CA3-226C-3B0A23145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AA0A7-A7CE-1468-BCF4-11FCCC941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5D67F-1D25-7F4A-2DF9-A638E787E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0A91A-6586-5F91-32D1-398FF5AE9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F87BE-E665-ED9A-6400-A20D3B22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72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D8859-E4CB-DBD4-18D6-DAC6DA160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132D0-23C0-6076-D8B2-128327FB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E74E2-7DEF-F1FE-9662-51FBDB67C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03B2F-1473-9AC4-5FD3-0FF29D44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343F0-6D9D-3E9D-93D1-DD7E9A8F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49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830F-ABFE-D275-3AA9-8097A191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766EA-1771-A743-828F-F244D87BC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F9B32-045F-8918-B033-F0A467C7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B724D-FED7-47E9-32FB-15D7036C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88947-6DC1-BE1C-7A52-920052F6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511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4759-3A20-AC21-AE76-1202CC68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CA1FE-9893-23CA-48E0-2E8F63BA57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D86EC-D60C-0A55-B789-6BA9A8555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8152D-55F8-E1E8-2CFD-E6B7B775D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8D30D-3AD1-AB70-F555-573828A0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511D2-5C7B-34F8-7A7A-399388DB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54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0B042-DDF1-FB04-D217-A41ACF1C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F770C-38CB-B47D-2D7E-94876A87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C95AB-028B-1346-B7B9-9A1B8F09D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F25AAD-5272-97D7-A3C5-02873B9AF8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C4BA2-84F0-4E98-8AAC-87DDF904F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ACAB8C-0B45-3C0B-C10C-C3709D97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9A975-6C60-E0BE-30E7-31620591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089D6-4684-507F-5D9E-E8B5BB40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759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C0E8A-50D0-B541-BC2C-5E03958A1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EFC46-BEE7-93AA-8A28-B4939E20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0DCF0-E9CB-F5B7-B997-3F8E17E9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D2B67-D982-B9F4-4E8E-B197CBD7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90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5D6D6-44C0-DA1F-12A9-D1B5CC3A8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49DBE-6165-D722-ABBF-40601FAD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D9E89-008C-BC1B-8BC4-9D27C761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482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30653-3EB6-CBEC-C014-6ACA0CDDC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FF1C-5FFB-23E3-A722-401B4A4D7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A4EC1-6258-7CB6-0559-CE5BF34EF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1DB8A-DBB0-9289-571D-065F52171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BD9D0-A207-7EAE-3EBC-33FC396D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DD156-89D1-9935-C492-6EE2BE8E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01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3F49D-C947-B3B1-7C0C-28AA2CCA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49B0D-C62B-6FE1-C00F-B651D7D71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2F6B9-B89C-3472-6DF5-509652EC0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6ECA4-D4D2-606C-2B76-3066FE1F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1856D-A80C-B126-BF8B-E927AECB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A9D82-70FA-5C18-9C98-5194F668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68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C0E68-29A1-294A-335A-BAB724BD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4A496C-0ABF-FDBA-821E-D85D686A6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E8460-4498-1FEA-DBA7-D3917C65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20A4E-40E3-AF64-1D1A-CC6F4C69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A60E-A810-BDDC-E486-4F308590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61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E1983-BC38-81AF-45B1-F1BBDD23F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34145-B6EC-5DDE-50D0-A7D79CB72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CFD0B-70CB-C683-AFE0-DDAA71BF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36498-FEC8-B09A-26F0-F7628F3E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EDFB-7923-72B4-312B-5F104F76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3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3A461E-4F1F-464D-A68C-97D76FB5B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D452F-7DD0-F78D-0628-8A515E375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078E6-C011-395C-D575-733D6DD4D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B4E43-B1D3-49C1-8A53-1ACBFFCA12B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42E32-26B4-7097-9F0A-3880D888A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7635D-5F88-3D5F-7FB7-51C92ED74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D8A2D-90A2-47F3-AB03-C21433659D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04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tom with solid fill">
            <a:extLst>
              <a:ext uri="{FF2B5EF4-FFF2-40B4-BE49-F238E27FC236}">
                <a16:creationId xmlns:a16="http://schemas.microsoft.com/office/drawing/2014/main" id="{5C2DD13F-EDCF-BF43-89C0-F9856886F7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62261" y="195262"/>
            <a:ext cx="6467475" cy="646747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2E9CDC8E-A4A9-F9DD-BBDA-20F88ED3AB01}"/>
              </a:ext>
            </a:extLst>
          </p:cNvPr>
          <p:cNvSpPr/>
          <p:nvPr/>
        </p:nvSpPr>
        <p:spPr>
          <a:xfrm rot="2470072">
            <a:off x="4600575" y="4088259"/>
            <a:ext cx="685800" cy="9715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Pencil with solid fill">
            <a:extLst>
              <a:ext uri="{FF2B5EF4-FFF2-40B4-BE49-F238E27FC236}">
                <a16:creationId xmlns:a16="http://schemas.microsoft.com/office/drawing/2014/main" id="{EC6D923E-74FC-AEB8-9802-FF821BC58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8347" y="1222772"/>
            <a:ext cx="4355306" cy="4355306"/>
          </a:xfrm>
          <a:prstGeom prst="rect">
            <a:avLst/>
          </a:prstGeom>
        </p:spPr>
      </p:pic>
      <p:pic>
        <p:nvPicPr>
          <p:cNvPr id="12" name="Graphic 11" descr="Atom with solid fill">
            <a:extLst>
              <a:ext uri="{FF2B5EF4-FFF2-40B4-BE49-F238E27FC236}">
                <a16:creationId xmlns:a16="http://schemas.microsoft.com/office/drawing/2014/main" id="{2613F6C5-E3E6-33A2-A60A-A9381B4EC5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b="50000"/>
          <a:stretch>
            <a:fillRect/>
          </a:stretch>
        </p:blipFill>
        <p:spPr>
          <a:xfrm>
            <a:off x="6096000" y="195263"/>
            <a:ext cx="3233736" cy="32337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7C78DE4-AF12-3316-F8D5-17ECFE33A3DF}"/>
              </a:ext>
            </a:extLst>
          </p:cNvPr>
          <p:cNvSpPr/>
          <p:nvPr/>
        </p:nvSpPr>
        <p:spPr>
          <a:xfrm>
            <a:off x="6096000" y="2886075"/>
            <a:ext cx="445889" cy="542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12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5533A-36B2-BAC5-F6E9-8F669AA5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tom with solid fill">
            <a:extLst>
              <a:ext uri="{FF2B5EF4-FFF2-40B4-BE49-F238E27FC236}">
                <a16:creationId xmlns:a16="http://schemas.microsoft.com/office/drawing/2014/main" id="{5A210047-3848-9996-0EB2-7B2E38143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62261" y="195262"/>
            <a:ext cx="6467475" cy="646747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662C9864-97B4-78CA-CEAA-EA031E9206BF}"/>
              </a:ext>
            </a:extLst>
          </p:cNvPr>
          <p:cNvSpPr/>
          <p:nvPr/>
        </p:nvSpPr>
        <p:spPr>
          <a:xfrm rot="2470072">
            <a:off x="4600575" y="4088259"/>
            <a:ext cx="685800" cy="9715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Pencil with solid fill">
            <a:extLst>
              <a:ext uri="{FF2B5EF4-FFF2-40B4-BE49-F238E27FC236}">
                <a16:creationId xmlns:a16="http://schemas.microsoft.com/office/drawing/2014/main" id="{82B76F55-9FC9-2CF1-C1C9-238A5B45AD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8347" y="1222772"/>
            <a:ext cx="4355306" cy="4355306"/>
          </a:xfrm>
          <a:prstGeom prst="rect">
            <a:avLst/>
          </a:prstGeom>
        </p:spPr>
      </p:pic>
      <p:pic>
        <p:nvPicPr>
          <p:cNvPr id="12" name="Graphic 11" descr="Atom with solid fill">
            <a:extLst>
              <a:ext uri="{FF2B5EF4-FFF2-40B4-BE49-F238E27FC236}">
                <a16:creationId xmlns:a16="http://schemas.microsoft.com/office/drawing/2014/main" id="{8CE7E66D-3F99-C7AC-22D9-FB7EF26B20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b="50000"/>
          <a:stretch>
            <a:fillRect/>
          </a:stretch>
        </p:blipFill>
        <p:spPr>
          <a:xfrm>
            <a:off x="6096000" y="195263"/>
            <a:ext cx="3233736" cy="32337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1AD52D4-F376-CAA2-E9F6-B101E55C1795}"/>
              </a:ext>
            </a:extLst>
          </p:cNvPr>
          <p:cNvSpPr/>
          <p:nvPr/>
        </p:nvSpPr>
        <p:spPr>
          <a:xfrm>
            <a:off x="6096000" y="2886075"/>
            <a:ext cx="445889" cy="542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543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Skinner</dc:creator>
  <cp:lastModifiedBy>Neo Skinner</cp:lastModifiedBy>
  <cp:revision>1</cp:revision>
  <dcterms:created xsi:type="dcterms:W3CDTF">2026-05-31T15:21:17Z</dcterms:created>
  <dcterms:modified xsi:type="dcterms:W3CDTF">2026-08-05T16:35:45Z</dcterms:modified>
</cp:coreProperties>
</file>